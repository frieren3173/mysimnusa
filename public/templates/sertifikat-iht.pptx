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g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10:37:00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0 903 5689,'31'-45'1573,"-18"24"-1108,2 1 1,0 0 0,27-27 0,4 7-216,1 3 0,97-58 0,121-47-52,-175 95-176,82-40 76,264-95 0,-352 154 35,0 3 0,2 5 0,0 3 0,1 4 0,135-3 0,-193 16-115,0 1 0,0 1 0,0 2 1,-1 1-1,50 14 0,-66-14-15,0-1 0,-1 1 1,0 1-1,0 0 0,0 1 1,0 0-1,-1 0 0,0 1 0,-1 1 1,0 0-1,0 0 0,-1 0 1,0 1-1,-1 1 0,10 17 0,-9-12 1,-2 1 0,0-1-1,0 1 1,-2 1 0,0-1-1,-1 1 1,-1-1 0,0 1 0,-2 0-1,0 0 1,-1 0 0,-6 34-1,-3-6 4,-2 0-1,-2-1 0,-33 74 1,6-34 3,-3-1 0,-4-2-1,-4-3 1,-109 129 0,77-114-2,-5-5-1,-4-4 1,-114 82 0,167-138-5,-1-2 1,-2-3-1,0 0 1,-2-3-1,0-2 1,-73 20-1,94-32-7,0-1 1,0-2-1,-1 0 0,1-1 0,-1-2 0,0-1 0,1 0 0,-1-2 1,0-1-1,1-1 0,-1-1 0,1-1 0,1-1 0,-40-18 0,49 18-15,1-1-1,1 0 1,-1-1-1,1-1 1,1 0-1,0 0 1,1-1-1,-1 0 1,2-1-1,0 0 1,0-1-1,2 0 0,-13-25 1,16 29-19,1 0 0,0 0 0,0-1 0,1 1 0,0-1 0,1 0 0,0 0 1,1 1-1,0-1 0,0 0 0,1 0 0,0 0 0,0 1 0,2-1 0,-1 1 0,1-1 0,0 1 0,1 0 1,0 0-1,0 0 0,1 1 0,6-9 0,6-3-175,0 1 0,1 1 0,0 1 0,2 0 0,0 2 0,1 0 1,0 1-1,1 1 0,38-16 0,-5 6-769,2 2 0,116-26 0,-121 38 911,1 1-1,-1 3 0,1 2 0,0 2 0,80 10 1,-64 1 445,-1 3 0,0 3 0,103 40 0,-56-9 783,128 74-1,104 81 862,57 30-1545,-28-59-429,-184-101-122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10:37:25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1021 1400,'-78'79'1426,"79"-79"-1395,-1 0 1,0 0-1,0 0 0,1 0 0,-1 0 1,0 0-1,1 0 0,-1 0 1,0 0-1,0 0 0,1 0 1,-1 0-1,0 1 0,0-1 0,0 0 1,1 0-1,-1 0 0,0 0 1,0 1-1,0-1 0,1 0 0,-1 0 1,0 0-1,0 0 0,0 1 1,0-1-1,1 0 0,-1 0 1,0 1-1,0-1 0,0 0 0,0 0 1,0 1-1,0-1 0,0 0 1,0 0-1,0 1 0,0-1 1,0 0-1,0 0 0,0 1 0,0-1 1,0 0-1,0 0 0,0 1 1,0-1-1,0 0 0,0 0 1,-1 1-1,1-1 0,0 0 0,0 0 1,0 1-1,0-1 0,0 0 1,-1 0-1,1 0 0,0 0 0,0 1 1,0-1-1,-1 0 0,1 0 1,26-5 539,-23 4-341,172-55 1501,-81 22-1438,1281-363 1639,-38 137-1501,-580 120-308,482-51 362,-972 165 106,-221 25-335,-43 4-3,-11 4-159,-16 4 15,-86 22 132,-210 33 1,217-47-211,-781 152 60,-178 33-82,894-176 4,-352 77 91,468-90-99,43-10-14,28-8 1,40-10-3,252-49 40,2 14-1,367-9 1,-672 57-13,-8 3-2,-20 6 11,-38 11 21,-233 41 25,179-41-59,285-57 28,-187 40-40,-1 0-2,0 1 1,0 0 0,0 1-1,1 1 1,-1 1 0,-20 12-1,34-19 2,1 0 0,0 0 0,-1 0-1,1 1 1,0-1 0,0 0 0,-1 0-1,1 0 1,0 0 0,0 0 0,0 1-1,-1-1 1,1 0 0,0 0 0,0 1-1,0-1 1,-1 0 0,1 0-1,0 0 1,0 1 0,0-1 0,0 0-1,0 1 1,0-1 0,0 0 0,0 0-1,0 1 1,-1-1 0,1 0 0,0 1-1,0-1 1,0 0 0,1 0 0,-1 1-1,0-1 1,0 0 0,0 0-1,0 1 1,0-1 0,0 0 0,0 1-1,0-1 1,1 0 0,-1 0 0,0 0-1,0 1 1,0-1 0,0 0 0,1 0-1,-1 1 1,0-1 0,0 0 0,1 0-1,22 6 3,27-6 17,-49 0-19,1-1 0,0 1 0,0 0 0,-1-1 0,1 1 0,0 0 0,0 0 0,0 0 0,-1 0 0,1 1 0,0-1 0,0 0 0,0 1 0,-1-1 0,4 2 0,-22 11-10,-49 14-3,48-19-14,17-4 42,30-2 21,14 2-292,-28 3 154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55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customXml" Target="../ink/ink2.xml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  <a:effectLst>
            <a:outerShdw blurRad="1270000" dist="50800" dir="5400000" algn="ctr" rotWithShape="0">
              <a:srgbClr val="000000">
                <a:alpha val="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10896" y="310896"/>
            <a:ext cx="11567160" cy="6236208"/>
          </a:xfrm>
          <a:prstGeom prst="rect">
            <a:avLst/>
          </a:prstGeom>
          <a:ln w="190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ln w="9525">
            <a:solidFill>
              <a:srgbClr val="0B3D2E"/>
            </a:solidFill>
            <a:prstDash val="solid"/>
          </a:ln>
        </p:spPr>
      </p:sp>
      <p:pic>
        <p:nvPicPr>
          <p:cNvPr id="6" name="Image 0" descr="caduceus.png"/>
          <p:cNvPicPr>
            <a:picLocks noChangeAspect="1"/>
          </p:cNvPicPr>
          <p:nvPr/>
        </p:nvPicPr>
        <p:blipFill>
          <a:blip r:embed="rId4">
            <a:alphaModFix amt="8000"/>
          </a:blip>
          <a:stretch>
            <a:fillRect/>
          </a:stretch>
        </p:blipFill>
        <p:spPr>
          <a:xfrm>
            <a:off x="4539996" y="2011680"/>
            <a:ext cx="3108960" cy="3108960"/>
          </a:xfrm>
          <a:prstGeom prst="rect">
            <a:avLst/>
          </a:prstGeom>
        </p:spPr>
      </p:pic>
      <p:pic>
        <p:nvPicPr>
          <p:cNvPr id="7" name="Image 1" descr="logo_kejaksa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48640"/>
            <a:ext cx="960120" cy="960120"/>
          </a:xfrm>
          <a:prstGeom prst="rect">
            <a:avLst/>
          </a:prstGeom>
        </p:spPr>
      </p:pic>
      <p:pic>
        <p:nvPicPr>
          <p:cNvPr id="8" name="Image 2" descr="logo_r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3032" y="548640"/>
            <a:ext cx="960120" cy="9601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0" y="566928"/>
            <a:ext cx="12188952" cy="566928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3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SERTIFIKAT</a:t>
            </a:r>
            <a:endParaRPr lang="en-US" sz="3400" dirty="0">
              <a:solidFill>
                <a:schemeClr val="accent4"/>
              </a:solidFill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0" y="107899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IHT RUANG IBS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0" y="1389888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150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RUMAH SAKIT ADHYAKSA JAWA TIMUR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0" y="1965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 kepada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22860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{{NAMA}}</a:t>
            </a:r>
            <a:endParaRPr lang="en-US" sz="3200" dirty="0"/>
          </a:p>
        </p:txBody>
      </p:sp>
      <p:sp>
        <p:nvSpPr>
          <p:cNvPr id="14" name="Shape 9"/>
          <p:cNvSpPr/>
          <p:nvPr/>
        </p:nvSpPr>
        <p:spPr>
          <a:xfrm>
            <a:off x="3717036" y="2999232"/>
            <a:ext cx="475488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0" y="312724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 partisipasi dalam kegiatan In House Training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3401568"/>
            <a:ext cx="10360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{{TEMA}}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3803904"/>
            <a:ext cx="10360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diselenggarakan pada {{TANGGAL}} di {{TEMPAT}}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4114800"/>
            <a:ext cx="10360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Pelajaran: {{JPL}} JPL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0" y="448056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Sertifikat: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{{NO_SERTIFIKAT}}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46304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KEPALA RUANG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463040" y="60350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{{KEPALA_RUANG}}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625915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{{NIP_RUANG}}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7434072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KEPALA TIM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434072" y="60350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{{KEPALA_TIM}}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7434072" y="625915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{{NIP_TIM}}</a:t>
            </a:r>
            <a:endParaRPr lang="en-US" sz="1050" dirty="0"/>
          </a:p>
        </p:txBody>
      </p:sp>
      <p:pic>
        <p:nvPicPr>
          <p:cNvPr id="26" name="Image 3" descr="stetoskop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548640" y="5687568"/>
            <a:ext cx="384048" cy="384048"/>
          </a:xfrm>
          <a:prstGeom prst="rect">
            <a:avLst/>
          </a:prstGeom>
        </p:spPr>
      </p:pic>
      <p:pic>
        <p:nvPicPr>
          <p:cNvPr id="27" name="Image 4" descr="heartbeat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11256264" y="568756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360324" y="6258640"/>
            <a:ext cx="18286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Frieren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1610A1D-8463-021A-C77A-F9E399396ECB}"/>
                  </a:ext>
                </a:extLst>
              </p14:cNvPr>
              <p14:cNvContentPartPr/>
              <p14:nvPr/>
            </p14:nvContentPartPr>
            <p14:xfrm>
              <a:off x="2535623" y="5387564"/>
              <a:ext cx="1272960" cy="748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1610A1D-8463-021A-C77A-F9E399396EC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29503" y="5381444"/>
                <a:ext cx="1285200" cy="76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DFEF816-48C5-8523-EADB-1ECE2683D4F3}"/>
                  </a:ext>
                </a:extLst>
              </p14:cNvPr>
              <p14:cNvContentPartPr/>
              <p14:nvPr/>
            </p14:nvContentPartPr>
            <p14:xfrm>
              <a:off x="8069183" y="5651804"/>
              <a:ext cx="1917360" cy="400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DFEF816-48C5-8523-EADB-1ECE2683D4F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63063" y="5645684"/>
                <a:ext cx="1929600" cy="41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HandlerOne</cp:lastModifiedBy>
  <cp:revision>6</cp:revision>
  <dcterms:created xsi:type="dcterms:W3CDTF">2026-09-16T09:43:01Z</dcterms:created>
  <dcterms:modified xsi:type="dcterms:W3CDTF">2026-09-16T11:01:29Z</dcterms:modified>
</cp:coreProperties>
</file>